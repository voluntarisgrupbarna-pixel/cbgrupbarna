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3774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FORMA PART</a:t>
            </a:r>
            <a:endParaRPr lang="en-US" sz="72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D'UN BARRI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busquem anunciants. Busquem socis del projecte.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 de partners · Temporada 2026-27 · +450 famílies · Masculí i femení (incl. LF2)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 SOM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QUE UNA MARCA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POT COMPRAR EN UN ALTRE LLOC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6616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Comunitat físico-emocional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Jugadors/es, famílies i voluntaris. Un barri (el Clot / Sant Martí) que es reconeix en el club. Presència setmanal real, no impressions fredes.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2514600"/>
            <a:ext cx="356616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834640"/>
            <a:ext cx="502920" cy="502920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Valors + espai segur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Formació, cantera, secció femenina (incl. LF2), "Som espai segur". Qui s'hi associa compra reputació local, no clics.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2514600"/>
            <a:ext cx="356616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2834640"/>
            <a:ext cx="502920" cy="502920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1306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Moments amb audiència pròpia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3x3 de Glòries, campus d'estiu, partits, presentació de temporada. "Mitjans" que ja generen cobertura: la marca s'hi puja.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visibilitat es lloga a qualsevol plataforma. La pertinença, no.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EL CLOT / SANT MARTI · TEMPORADA 2026-27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BARRI EN NÚMEROS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UNA COMUNITAT REAL, NO UNA AUDIÈNCIA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6060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788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D030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+450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famílies al club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26060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788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D030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[XXX]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jugadors/es*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26060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D030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 i F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paritat, incl. LF2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2514600"/>
            <a:ext cx="26060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788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D030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[XXX K]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abast mensual a xarxes*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Xifres marcades [ ] = PLACEHOLDER, a confirmar amb dades reals de la temporada.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EL CLOT / SANT MARTI · TEMPORADA 2026-27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QUÈ FEM JUNTS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ELS MOMENTS ON LA TEVA MARCA HI ÉS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3566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560320"/>
            <a:ext cx="3566160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3x3 de Glòries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torneig obert del barri. Estand, sampling, categoria patrocinada i premi amb el teu nom.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2560320"/>
            <a:ext cx="3566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560320"/>
            <a:ext cx="3566160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Campus d'estiu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Setmanes de bàsquet i valors amb nens/es del barri. Beca de campus i presència constant.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2560320"/>
            <a:ext cx="35661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2560320"/>
            <a:ext cx="3566160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67344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Temporada completa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Lliga masculina i femenina (incl. LF2), partits, presentació de temporada i contingut setmanal.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EL CLOT / SANT MARTI · TEMPORADA 2026-27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NIVELLS DE PARTNER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TRES FORMES D'ENTRAR AL CLUB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66160" cy="3611880"/>
          </a:xfrm>
          <a:prstGeom prst="rect">
            <a:avLst/>
          </a:prstGeom>
          <a:solidFill>
            <a:srgbClr val="FD030C"/>
          </a:solidFill>
          <a:ln w="12700">
            <a:solidFill>
              <a:srgbClr val="FD03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principal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sol · exclusiva de sector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Naming / logo al pit de la samarreta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 d'un event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de marca anual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Presència tota la temporada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Reunió de balanç amb Junta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2331720"/>
            <a:ext cx="3566160" cy="3611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PLATA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3-4 places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a equipació o escalfament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reel dedicat / any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 al 3x3 o campus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de fotos i vídeo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tot el de Bronze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2331720"/>
            <a:ext cx="356616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13064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BRONZE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513064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Col·laborador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6-8 places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7947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a web i mur de partners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Benvinguda a xarxes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Presència a lones i cartelleria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Invitació a un event / any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 preus, a la reunió: adaptats al teu objectiu.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COL·LABORACIONS EN ESPÈCIE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CAL DINER: VALORITZEM LA TEVA APORTACIÓ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916936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26609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esportiu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3081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Botiga d'esport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2514600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916936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26609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Fisioteràpia dels equips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81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 de fisio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93024" y="2514600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85632" y="2916936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51392" y="26609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i desplaçaments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851392" y="3081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de transport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224528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39684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Catering d'events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Restauració / forn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3822192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224528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39684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Impressió de cartelleria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Impremta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3024" y="3822192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85632" y="4224528"/>
            <a:ext cx="201168" cy="201168"/>
          </a:xfrm>
          <a:prstGeom prst="ellipse">
            <a:avLst/>
          </a:prstGeom>
          <a:solidFill>
            <a:srgbClr val="FD03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51392" y="39684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/ vídeo puntual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851392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 audiovisual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necessitat del club és una porta oberta. La contraprestació equival al valor aportat, amb el mateix tracte de relació.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EL CLOT / SANT MARTI · TEMPORADA 2026-27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 CONFIEN EN EL PROJECTE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TEU LOGO, AQUÍ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7724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2606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8056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83880" y="2606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18388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29768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77240" y="4297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429768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480560" y="4297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429768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C8C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183880" y="4297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el teu logo aquí 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Places limitades per sector: una marca, un espai. Qui entra abans, tria.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EL CLOT / SANT MARTI · TEMPORADA 2026-27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PLACES LIMITADES.</a:t>
            </a:r>
            <a:endParaRPr lang="en-US" sz="64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PARLEM.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D03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reunió de 20 minuts, sense compromís. Vine a veure el club des de dins.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12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 Grup Barna · Màrqueting i Junta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[nom del contacte] · [càrrec]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[email] · [telèfon] · @cbgrupbarna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2026-09-24T15:54:20Z</dcterms:created>
  <dcterms:modified xsi:type="dcterms:W3CDTF">2026-09-24T15:54:20Z</dcterms:modified>
</cp:coreProperties>
</file>